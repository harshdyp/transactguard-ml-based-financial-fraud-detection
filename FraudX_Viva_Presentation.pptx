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8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9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9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6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5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45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90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88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3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4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4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t>FraudX — Advanced Fraud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endParaRPr lang="en-IN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Goal: detect suspicious financial transactions with explainable reasons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Support real-time-like scoring on uploaded/batch CSV data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Provide a simple UI for threshold tuning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FraudX • Architecture • Algorithms • Interfaces •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System Architecture (High Level)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82DC57-D50B-D6B3-02F5-D85FF420B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7347" y="2120900"/>
            <a:ext cx="2709306" cy="4051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FraudX • Architecture • Algorithms • Interfaces •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>
                <a:solidFill>
                  <a:srgbClr val="282828"/>
                </a:solidFill>
              </a:defRPr>
            </a:pPr>
            <a:r>
              <a:t>Input: upload CSV (or generate synthetic data via `main.py`)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Preprocess: align columns to training schema, encode + scale features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Score: RandomForest `predict_proba` → `Suspicion_Score`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Decide: user-selected threshold → `Is_Suspicious`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Explain: generate `Suspicion_Reasons` + assign `Fraud_Type` (rules)</a:t>
            </a:r>
          </a:p>
          <a:p>
            <a:pPr>
              <a:defRPr sz="1900">
                <a:solidFill>
                  <a:srgbClr val="282828"/>
                </a:solidFill>
              </a:defRPr>
            </a:pPr>
            <a:r>
              <a:t>Output: dashboard + downloadable `suspicious_transactions.csv`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FraudX • Architecture • Algorithms • Interfaces •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Algorithm Development — ML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Model: RandomForest classifier (trained on synthetic dataset)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Output: probability of fraud used as `Suspicion_Score` (0.0–1.0)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Why RF: handles non-linear patterns, robust baseline, easy inference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Artifacts saved for reproducible inference (model + scaler + feature 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FraudX • Architecture • Algorithms • Interfaces • Roadmap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Algorithm Development — Explainability &amp;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`explain_suspicion`: human-readable reasons using important features + history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`classify_fraud_type`: rule-based primary label for suspicious cases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Examples: Known Fraudster, Sanctioned Entity, ATO Risk, Rapid Large Transfers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Design choice: explanations are part of the output (not a separate report)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FraudX • Architecture • Algorithms • Interfaces •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Interfaces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UI interface (Streamlit): upload CSV, set threshold slider, view charts, export results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Core internal interfaces: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`preprocess_data(df) -&gt; X_aligned_scaled`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`detect_suspicious_transactions(df, threshold) -&gt; df_with_scores_labels`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`explain_suspicion(row/context) -&gt; reasons`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Optional API interface (FastAPI): health + single/batch detection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FraudX • Architecture • Algorithms • Interfaces • 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Performance &amp; Evaluation (Current)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Dataset: 10,000+ synthetic transactions, 20+ engineered features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Reported test performance (current):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Accuracy: 95.2%  • Precision: 94.8%  • Recall: 93.5%  • F1: 94.1%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Runtime: designed for fast scoring on uploaded/batch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FraudX • Architecture • Algorithms • Interfaces •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Components Implemented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Synthetic data generation + model training (`main.py`)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Saved artifacts (`fraud_detection_model.joblib`, scaler, feature importances)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Streamlit dashboard: KPI cards, charts, details panel, CSV export (`app.py`)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Detection + explanation module (`suspicious_by_model.py`)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Optional FastAPI scoring endpoints (`api/main.py`)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FraudX • Architecture • Algorithms • Interfaces •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Planned Enhancements (Next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Add richer real-world data support + schema validation and tests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Improve threshold selection using PR curve / cost-based tuning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Model monitoring: drift checks and periodic retraining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Better explainability: SHAP for per-transaction feature contributions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Deployment: containerize + CI checks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FraudX • Architecture • Algorithms • Interfaces • Roadmap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</TotalTime>
  <Words>583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Rockwell</vt:lpstr>
      <vt:lpstr>Rockwell Condensed</vt:lpstr>
      <vt:lpstr>Wingdings</vt:lpstr>
      <vt:lpstr>Wood Type</vt:lpstr>
      <vt:lpstr>FraudX — Advanced Fraud Detection System</vt:lpstr>
      <vt:lpstr>Problem &amp; Objective</vt:lpstr>
      <vt:lpstr>System Architecture (High Level)</vt:lpstr>
      <vt:lpstr>End-to-End Flow</vt:lpstr>
      <vt:lpstr>Algorithm Development — ML Scoring</vt:lpstr>
      <vt:lpstr>Algorithm Development — Explainability &amp; Labels</vt:lpstr>
      <vt:lpstr>Interfaces Identified</vt:lpstr>
      <vt:lpstr>Performance &amp; Evaluation (Current)</vt:lpstr>
      <vt:lpstr>Components Implemented So Far</vt:lpstr>
      <vt:lpstr>Planned Enhancements (Next Steps)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FraudX Viva Presentation</dc:title>
  <dc:subject>Architecture, Algorithms, Interfaces, Roadmap</dc:subject>
  <dc:creator/>
  <cp:keywords/>
  <dc:description>generated using python-pptx</dc:description>
  <cp:lastModifiedBy>Harshal Patil</cp:lastModifiedBy>
  <cp:revision>2</cp:revision>
  <dcterms:created xsi:type="dcterms:W3CDTF">2013-01-27T09:14:16Z</dcterms:created>
  <dcterms:modified xsi:type="dcterms:W3CDTF">2026-02-16T10:18:24Z</dcterms:modified>
  <cp:category/>
</cp:coreProperties>
</file>